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60" r:id="rId1"/>
  </p:sldMasterIdLst>
  <p:sldIdLst>
    <p:sldId id="292" r:id="rId19"/>
    <p:sldId id="293" r:id="rId18"/>
    <p:sldId id="294" r:id="rId17"/>
    <p:sldId id="295" r:id="rId16"/>
    <p:sldId id="296" r:id="rId15"/>
    <p:sldId id="297" r:id="rId14"/>
    <p:sldId id="298" r:id="rId13"/>
  </p:sldIdLst>
  <p:sldSz cx="9906000" cy="6858000" type="A4"/>
  <p:notesSz cx="9929813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862B"/>
    <a:srgbClr val="1B541E"/>
    <a:srgbClr val="337E2A"/>
    <a:srgbClr val="195A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slide" Target="slides/slide27.xml"/><Relationship Id="rId14" Type="http://schemas.openxmlformats.org/officeDocument/2006/relationships/slide" Target="slides/slide26.xml"/><Relationship Id="rId15" Type="http://schemas.openxmlformats.org/officeDocument/2006/relationships/slide" Target="slides/slide25.xml"/><Relationship Id="rId16" Type="http://schemas.openxmlformats.org/officeDocument/2006/relationships/slide" Target="slides/slide24.xml"/><Relationship Id="rId17" Type="http://schemas.openxmlformats.org/officeDocument/2006/relationships/slide" Target="slides/slide23.xml"/><Relationship Id="rId18" Type="http://schemas.openxmlformats.org/officeDocument/2006/relationships/slide" Target="slides/slide22.xml"/><Relationship Id="rId19" Type="http://schemas.openxmlformats.org/officeDocument/2006/relationships/slide" Target="slides/slide2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11FD5B82-F19A-CD4F-24FB-46C454FE1F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0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342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F6E5730-6557-E21D-6D07-55C862B46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0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957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7AB4602-B7E8-E460-98D0-4D236BF109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0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47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422962-BA79-BB93-56C9-C5071DCBBB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0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91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344FFC6-4906-FE50-B130-ED75A794BE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0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754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247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svg"/><Relationship Id="rId3" Type="http://schemas.openxmlformats.org/officeDocument/2006/relationships/image" Target="../media/image6.png"/><Relationship Id="rId4" Type="http://schemas.openxmlformats.org/officeDocument/2006/relationships/image" Target="../media/image9.svg"/><Relationship Id="rId5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svg"/><Relationship Id="rId3" Type="http://schemas.openxmlformats.org/officeDocument/2006/relationships/image" Target="../media/image6.png"/><Relationship Id="rId4" Type="http://schemas.openxmlformats.org/officeDocument/2006/relationships/image" Target="../media/image9.svg"/><Relationship Id="rId5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svg"/><Relationship Id="rId3" Type="http://schemas.openxmlformats.org/officeDocument/2006/relationships/image" Target="../media/image6.png"/><Relationship Id="rId4" Type="http://schemas.openxmlformats.org/officeDocument/2006/relationships/image" Target="../media/image9.svg"/><Relationship Id="rId5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svg"/><Relationship Id="rId3" Type="http://schemas.openxmlformats.org/officeDocument/2006/relationships/image" Target="../media/image6.png"/><Relationship Id="rId4" Type="http://schemas.openxmlformats.org/officeDocument/2006/relationships/image" Target="../media/image9.svg"/><Relationship Id="rId5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svg"/><Relationship Id="rId3" Type="http://schemas.openxmlformats.org/officeDocument/2006/relationships/image" Target="../media/image6.png"/><Relationship Id="rId4" Type="http://schemas.openxmlformats.org/officeDocument/2006/relationships/image" Target="../media/image9.svg"/><Relationship Id="rId5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svg"/><Relationship Id="rId3" Type="http://schemas.openxmlformats.org/officeDocument/2006/relationships/image" Target="../media/image6.png"/><Relationship Id="rId4" Type="http://schemas.openxmlformats.org/officeDocument/2006/relationships/image" Target="../media/image9.svg"/><Relationship Id="rId5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svg"/><Relationship Id="rId3" Type="http://schemas.openxmlformats.org/officeDocument/2006/relationships/image" Target="../media/image6.png"/><Relationship Id="rId4" Type="http://schemas.openxmlformats.org/officeDocument/2006/relationships/image" Target="../media/image9.svg"/><Relationship Id="rId5" Type="http://schemas.openxmlformats.org/officeDocument/2006/relationships/image" Target="../media/image8.png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xmlns:ns2="http://schemas.microsoft.com/office/drawing/2014/main">
        <p:nvSpPr>
          <p:cNvPr id="9" name="TextBox 8">
            <a:extLst>
              <a:ext uri="{FF2B5EF4-FFF2-40B4-BE49-F238E27FC236}">
                <ns2:creationId id="{984C8412-815A-3A8E-E082-7BF572E08FBA}"/>
              </a:ext>
            </a:extLst>
          </p:cNvPr>
          <p:cNvSpPr txBox="1"/>
          <p:nvPr/>
        </p:nvSpPr>
        <p:spPr>
          <a:xfrm>
            <a:off x="494521" y="3621361"/>
            <a:ext cx="1249960" cy="68436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36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</p:txBody>
      </p:sp>
      <p:sp xmlns:ns2="http://schemas.microsoft.com/office/drawing/2014/main">
        <p:nvSpPr>
          <p:cNvPr id="3" name="TextBox 2">
            <a:extLst>
              <a:ext uri="{FF2B5EF4-FFF2-40B4-BE49-F238E27FC236}">
                <ns2:creationId id="{B8268A56-A61E-40DF-0EE8-94D10913D228}"/>
              </a:ext>
            </a:extLst>
          </p:cNvPr>
          <p:cNvSpPr txBox="1"/>
          <p:nvPr/>
        </p:nvSpPr>
        <p:spPr>
          <a:xfrm>
            <a:off x="1278292" y="2228984"/>
            <a:ext cx="84255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페이퍼로지 3 Light" pitchFamily="2" charset="-127"/>
                <a:ea typeface="페이퍼로지 3 Light" pitchFamily="2" charset="-127"/>
              </a:rPr>
              <a:t>시험 범위 : 6-2 4단원 비례식과 비례배분</a:t>
            </a:r>
          </a:p>
        </p:txBody>
      </p:sp>
      <p:pic xmlns:ns2="http://schemas.microsoft.com/office/drawing/2014/main" xmlns:ns4="http://schemas.microsoft.com/office/drawing/2016/SVG/main">
        <p:nvPicPr>
          <p:cNvPr id="12" name="그래픽 11" descr="펼쳐진 책 윤곽선">
            <a:extLst>
              <a:ext uri="{FF2B5EF4-FFF2-40B4-BE49-F238E27FC236}">
                <ns2:creationId id="{F780331A-912B-082A-D8B2-76EF0E1C7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4:svgBlip r:embed="rId2"/>
              </a:ext>
            </a:extLst>
          </a:blip>
          <a:stretch>
            <a:fillRect/>
          </a:stretch>
        </p:blipFill>
        <p:spPr>
          <a:xfrm>
            <a:off x="541175" y="2140940"/>
            <a:ext cx="653143" cy="653143"/>
          </a:xfrm>
          <a:prstGeom prst="rect">
            <a:avLst/>
          </a:prstGeom>
        </p:spPr>
      </p:pic>
      <p:pic xmlns:ns2="http://schemas.microsoft.com/office/drawing/2014/main" xmlns:ns4="http://schemas.microsoft.com/office/drawing/2016/SVG/main">
        <p:nvPicPr>
          <p:cNvPr id="16" name="그래픽 15" descr="일일 일정표 윤곽선">
            <a:extLst>
              <a:ext uri="{FF2B5EF4-FFF2-40B4-BE49-F238E27FC236}">
                <ns2:creationId id="{25556E76-A01E-AD78-47D2-988D0377FC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4:svgBlip r:embed="rId4"/>
              </a:ext>
            </a:extLst>
          </a:blip>
          <a:stretch>
            <a:fillRect/>
          </a:stretch>
        </p:blipFill>
        <p:spPr>
          <a:xfrm>
            <a:off x="550506" y="1501793"/>
            <a:ext cx="643812" cy="643812"/>
          </a:xfrm>
          <a:prstGeom prst="rect">
            <a:avLst/>
          </a:prstGeom>
        </p:spPr>
      </p:pic>
      <p:sp xmlns:ns2="http://schemas.microsoft.com/office/drawing/2014/main">
        <p:nvSpPr>
          <p:cNvPr id="17" name="TextBox 16">
            <a:extLst>
              <a:ext uri="{FF2B5EF4-FFF2-40B4-BE49-F238E27FC236}">
                <ns2:creationId id="{3144FC26-BE21-0CA3-D693-AF387CECB1A7}"/>
              </a:ext>
            </a:extLst>
          </p:cNvPr>
          <p:cNvSpPr txBox="1"/>
          <p:nvPr/>
        </p:nvSpPr>
        <p:spPr>
          <a:xfrm>
            <a:off x="1800000" y="3621361"/>
            <a:ext cx="1600000" cy="68436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36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</p:txBody>
      </p:sp>
      <p:sp xmlns:ns2="http://schemas.microsoft.com/office/drawing/2014/main">
        <p:nvSpPr>
          <p:cNvPr id="18" name="TextBox 17">
            <a:extLst>
              <a:ext uri="{FF2B5EF4-FFF2-40B4-BE49-F238E27FC236}">
                <ns2:creationId id="{8B7DBC7C-C5D4-6E23-2CDE-49F8D5EF8FAC}"/>
              </a:ext>
            </a:extLst>
          </p:cNvPr>
          <p:cNvSpPr txBox="1"/>
          <p:nvPr/>
        </p:nvSpPr>
        <p:spPr>
          <a:xfrm>
            <a:off x="3600000" y="3621361"/>
            <a:ext cx="8000000" cy="68436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3600" dirty="0">
                <a:latin typeface="페이퍼로지 4 Regular" pitchFamily="2" charset="-127"/>
                <a:ea typeface="페이퍼로지 4 Regular" pitchFamily="2" charset="-127"/>
              </a:rPr>
              <a:t>6M4A  학생1  (학교)</a:t>
            </a:r>
          </a:p>
        </p:txBody>
      </p:sp>
      <p:sp xmlns:ns2="http://schemas.microsoft.com/office/drawing/2014/main">
        <p:nvSpPr>
          <p:cNvPr id="2" name="TextBox 1">
            <a:extLst>
              <a:ext uri="{FF2B5EF4-FFF2-40B4-BE49-F238E27FC236}">
                <ns2:creationId id="{731B6A1D-8A6B-A700-C9AD-A855AF809F97}"/>
              </a:ext>
            </a:extLst>
          </p:cNvPr>
          <p:cNvSpPr txBox="1"/>
          <p:nvPr/>
        </p:nvSpPr>
        <p:spPr>
          <a:xfrm>
            <a:off x="1278292" y="1585172"/>
            <a:ext cx="84255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페이퍼로지 3 Light" pitchFamily="2" charset="-127"/>
                <a:ea typeface="페이퍼로지 3 Light" pitchFamily="2" charset="-127"/>
              </a:rPr>
              <a:t>시험 일정 : 2026년 7월 15일(수) ~ 7월 16일(목)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xmlns:ns2="http://schemas.microsoft.com/office/drawing/2014/main">
        <p:nvSpPr>
          <p:cNvPr id="9" name="TextBox 8">
            <a:extLst>
              <a:ext uri="{FF2B5EF4-FFF2-40B4-BE49-F238E27FC236}">
                <ns2:creationId id="{984C8412-815A-3A8E-E082-7BF572E08FBA}"/>
              </a:ext>
            </a:extLst>
          </p:cNvPr>
          <p:cNvSpPr txBox="1"/>
          <p:nvPr/>
        </p:nvSpPr>
        <p:spPr>
          <a:xfrm>
            <a:off x="834720" y="3163533"/>
            <a:ext cx="1249960" cy="182355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35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30000"/>
              </a:lnSpc>
            </a:pPr>
            <a:r>
              <a:rPr lang="en-US" altLang="ko-KR" sz="35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30000"/>
              </a:lnSpc>
            </a:pPr>
            <a:r>
              <a:rPr lang="en-US" altLang="ko-KR" sz="3500" dirty="0">
                <a:latin typeface="페이퍼로지 5 Medium" pitchFamily="2" charset="-127"/>
                <a:ea typeface="페이퍼로지 5 Medium" pitchFamily="2" charset="-127"/>
              </a:rPr>
              <a:t/>
            </a:r>
          </a:p>
        </p:txBody>
      </p:sp>
      <p:sp xmlns:ns2="http://schemas.microsoft.com/office/drawing/2014/main">
        <p:nvSpPr>
          <p:cNvPr id="3" name="TextBox 2">
            <a:extLst>
              <a:ext uri="{FF2B5EF4-FFF2-40B4-BE49-F238E27FC236}">
                <ns2:creationId id="{B8268A56-A61E-40DF-0EE8-94D10913D228}"/>
              </a:ext>
            </a:extLst>
          </p:cNvPr>
          <p:cNvSpPr txBox="1"/>
          <p:nvPr/>
        </p:nvSpPr>
        <p:spPr>
          <a:xfrm>
            <a:off x="1278292" y="2228984"/>
            <a:ext cx="84255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페이퍼로지 3 Light" pitchFamily="2" charset="-127"/>
                <a:ea typeface="페이퍼로지 3 Light" pitchFamily="2" charset="-127"/>
              </a:rPr>
              <a:t>시험 범위 : 6-2 4단원 비례식과 비례배분</a:t>
            </a:r>
          </a:p>
        </p:txBody>
      </p:sp>
      <p:pic xmlns:ns2="http://schemas.microsoft.com/office/drawing/2014/main" xmlns:ns4="http://schemas.microsoft.com/office/drawing/2016/SVG/main">
        <p:nvPicPr>
          <p:cNvPr id="12" name="그래픽 11" descr="펼쳐진 책 윤곽선">
            <a:extLst>
              <a:ext uri="{FF2B5EF4-FFF2-40B4-BE49-F238E27FC236}">
                <ns2:creationId id="{F780331A-912B-082A-D8B2-76EF0E1C7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4:svgBlip r:embed="rId2"/>
              </a:ext>
            </a:extLst>
          </a:blip>
          <a:stretch>
            <a:fillRect/>
          </a:stretch>
        </p:blipFill>
        <p:spPr>
          <a:xfrm>
            <a:off x="541175" y="2140940"/>
            <a:ext cx="653143" cy="653143"/>
          </a:xfrm>
          <a:prstGeom prst="rect">
            <a:avLst/>
          </a:prstGeom>
        </p:spPr>
      </p:pic>
      <p:sp xmlns:ns2="http://schemas.microsoft.com/office/drawing/2014/main">
        <p:nvSpPr>
          <p:cNvPr id="13" name="TextBox 12">
            <a:extLst>
              <a:ext uri="{FF2B5EF4-FFF2-40B4-BE49-F238E27FC236}">
                <ns2:creationId id="{88E593E1-F3B8-D216-C96F-43CC8C4EB2B1}"/>
              </a:ext>
            </a:extLst>
          </p:cNvPr>
          <p:cNvSpPr txBox="1"/>
          <p:nvPr/>
        </p:nvSpPr>
        <p:spPr>
          <a:xfrm>
            <a:off x="1278292" y="1585172"/>
            <a:ext cx="84255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페이퍼로지 3 Light" pitchFamily="2" charset="-127"/>
                <a:ea typeface="페이퍼로지 3 Light" pitchFamily="2" charset="-127"/>
              </a:rPr>
              <a:t>시험 일정 : 2026년 7월 15일(수) ~ 7월 16일(목)</a:t>
            </a:r>
          </a:p>
        </p:txBody>
      </p:sp>
      <p:pic xmlns:ns2="http://schemas.microsoft.com/office/drawing/2014/main" xmlns:ns4="http://schemas.microsoft.com/office/drawing/2016/SVG/main">
        <p:nvPicPr>
          <p:cNvPr id="16" name="그래픽 15" descr="일일 일정표 윤곽선">
            <a:extLst>
              <a:ext uri="{FF2B5EF4-FFF2-40B4-BE49-F238E27FC236}">
                <ns2:creationId id="{25556E76-A01E-AD78-47D2-988D0377FC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4:svgBlip r:embed="rId4"/>
              </a:ext>
            </a:extLst>
          </a:blip>
          <a:stretch>
            <a:fillRect/>
          </a:stretch>
        </p:blipFill>
        <p:spPr>
          <a:xfrm>
            <a:off x="550506" y="1501793"/>
            <a:ext cx="643812" cy="643812"/>
          </a:xfrm>
          <a:prstGeom prst="rect">
            <a:avLst/>
          </a:prstGeom>
        </p:spPr>
      </p:pic>
      <p:sp xmlns:ns2="http://schemas.microsoft.com/office/drawing/2014/main">
        <p:nvSpPr>
          <p:cNvPr id="17" name="TextBox 16">
            <a:extLst>
              <a:ext uri="{FF2B5EF4-FFF2-40B4-BE49-F238E27FC236}">
                <ns2:creationId id="{3144FC26-BE21-0CA3-D693-AF387CECB1A7}"/>
              </a:ext>
            </a:extLst>
          </p:cNvPr>
          <p:cNvSpPr txBox="1"/>
          <p:nvPr/>
        </p:nvSpPr>
        <p:spPr>
          <a:xfrm>
            <a:off x="1850000" y="3163533"/>
            <a:ext cx="1623870" cy="182355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35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30000"/>
              </a:lnSpc>
            </a:pPr>
            <a:r>
              <a:rPr lang="en-US" altLang="ko-KR" sz="35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30000"/>
              </a:lnSpc>
            </a:pPr>
            <a:r>
              <a:rPr lang="en-US" altLang="ko-KR" sz="3500" spc="-150" dirty="0">
                <a:latin typeface="페이퍼로지 3 Light" pitchFamily="2" charset="-127"/>
                <a:ea typeface="페이퍼로지 3 Light" pitchFamily="2" charset="-127"/>
              </a:rPr>
              <a:t/>
            </a:r>
          </a:p>
        </p:txBody>
      </p:sp>
      <p:sp xmlns:ns2="http://schemas.microsoft.com/office/drawing/2014/main">
        <p:nvSpPr>
          <p:cNvPr id="18" name="TextBox 17">
            <a:extLst>
              <a:ext uri="{FF2B5EF4-FFF2-40B4-BE49-F238E27FC236}">
                <ns2:creationId id="{8B7DBC7C-C5D4-6E23-2CDE-49F8D5EF8FAC}"/>
              </a:ext>
            </a:extLst>
          </p:cNvPr>
          <p:cNvSpPr txBox="1"/>
          <p:nvPr/>
        </p:nvSpPr>
        <p:spPr>
          <a:xfrm>
            <a:off x="3550000" y="3163533"/>
            <a:ext cx="7600000" cy="182355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3500" dirty="0">
                <a:latin typeface="페이퍼로지 4 Regular" pitchFamily="2" charset="-127"/>
                <a:ea typeface="페이퍼로지 4 Regular" pitchFamily="2" charset="-127"/>
              </a:rPr>
              <a:t>6M4A  학생1  (학교)</a:t>
            </a:r>
          </a:p>
          <a:p>
            <a:pPr>
              <a:lnSpc>
                <a:spcPct val="130000"/>
              </a:lnSpc>
            </a:pPr>
            <a:r>
              <a:rPr lang="en-US" altLang="ko-KR" sz="3500" dirty="0">
                <a:latin typeface="페이퍼로지 4 Regular" pitchFamily="2" charset="-127"/>
                <a:ea typeface="페이퍼로지 4 Regular" pitchFamily="2" charset="-127"/>
              </a:rPr>
              <a:t>6M4A  학생2  (학교)</a:t>
            </a:r>
          </a:p>
          <a:p>
            <a:pPr>
              <a:lnSpc>
                <a:spcPct val="130000"/>
              </a:lnSpc>
            </a:pPr>
            <a:r>
              <a:rPr lang="en-US" altLang="ko-KR" sz="3500" dirty="0">
                <a:latin typeface="페이퍼로지 4 Regular" pitchFamily="2" charset="-127"/>
                <a:ea typeface="페이퍼로지 4 Regular" pitchFamily="2" charset="-127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xmlns:ns2="http://schemas.microsoft.com/office/drawing/2014/main">
        <p:nvSpPr>
          <p:cNvPr id="9" name="TextBox 8">
            <a:extLst>
              <a:ext uri="{FF2B5EF4-FFF2-40B4-BE49-F238E27FC236}">
                <ns2:creationId id="{984C8412-815A-3A8E-E082-7BF572E08FBA}"/>
              </a:ext>
            </a:extLst>
          </p:cNvPr>
          <p:cNvSpPr txBox="1"/>
          <p:nvPr/>
        </p:nvSpPr>
        <p:spPr>
          <a:xfrm>
            <a:off x="834720" y="3163533"/>
            <a:ext cx="1249960" cy="182355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35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30000"/>
              </a:lnSpc>
            </a:pPr>
            <a:r>
              <a:rPr lang="en-US" altLang="ko-KR" sz="35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30000"/>
              </a:lnSpc>
            </a:pPr>
            <a:r>
              <a:rPr lang="en-US" altLang="ko-KR" sz="35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</p:txBody>
      </p:sp>
      <p:sp xmlns:ns2="http://schemas.microsoft.com/office/drawing/2014/main">
        <p:nvSpPr>
          <p:cNvPr id="3" name="TextBox 2">
            <a:extLst>
              <a:ext uri="{FF2B5EF4-FFF2-40B4-BE49-F238E27FC236}">
                <ns2:creationId id="{B8268A56-A61E-40DF-0EE8-94D10913D228}"/>
              </a:ext>
            </a:extLst>
          </p:cNvPr>
          <p:cNvSpPr txBox="1"/>
          <p:nvPr/>
        </p:nvSpPr>
        <p:spPr>
          <a:xfrm>
            <a:off x="1278292" y="2228984"/>
            <a:ext cx="84255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페이퍼로지 3 Light" pitchFamily="2" charset="-127"/>
                <a:ea typeface="페이퍼로지 3 Light" pitchFamily="2" charset="-127"/>
              </a:rPr>
              <a:t>시험 범위 : 6-2 4단원 비례식과 비례배분</a:t>
            </a:r>
          </a:p>
        </p:txBody>
      </p:sp>
      <p:pic xmlns:ns2="http://schemas.microsoft.com/office/drawing/2014/main" xmlns:ns4="http://schemas.microsoft.com/office/drawing/2016/SVG/main">
        <p:nvPicPr>
          <p:cNvPr id="12" name="그래픽 11" descr="펼쳐진 책 윤곽선">
            <a:extLst>
              <a:ext uri="{FF2B5EF4-FFF2-40B4-BE49-F238E27FC236}">
                <ns2:creationId id="{F780331A-912B-082A-D8B2-76EF0E1C7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4:svgBlip r:embed="rId2"/>
              </a:ext>
            </a:extLst>
          </a:blip>
          <a:stretch>
            <a:fillRect/>
          </a:stretch>
        </p:blipFill>
        <p:spPr>
          <a:xfrm>
            <a:off x="541175" y="2140940"/>
            <a:ext cx="653143" cy="653143"/>
          </a:xfrm>
          <a:prstGeom prst="rect">
            <a:avLst/>
          </a:prstGeom>
        </p:spPr>
      </p:pic>
      <p:sp xmlns:ns2="http://schemas.microsoft.com/office/drawing/2014/main">
        <p:nvSpPr>
          <p:cNvPr id="13" name="TextBox 12">
            <a:extLst>
              <a:ext uri="{FF2B5EF4-FFF2-40B4-BE49-F238E27FC236}">
                <ns2:creationId id="{88E593E1-F3B8-D216-C96F-43CC8C4EB2B1}"/>
              </a:ext>
            </a:extLst>
          </p:cNvPr>
          <p:cNvSpPr txBox="1"/>
          <p:nvPr/>
        </p:nvSpPr>
        <p:spPr>
          <a:xfrm>
            <a:off x="1278292" y="1585172"/>
            <a:ext cx="84255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페이퍼로지 3 Light" pitchFamily="2" charset="-127"/>
                <a:ea typeface="페이퍼로지 3 Light" pitchFamily="2" charset="-127"/>
              </a:rPr>
              <a:t>시험 일정 : 2026년 7월 15일(수) ~ 7월 16일(목)</a:t>
            </a:r>
          </a:p>
        </p:txBody>
      </p:sp>
      <p:pic xmlns:ns2="http://schemas.microsoft.com/office/drawing/2014/main" xmlns:ns4="http://schemas.microsoft.com/office/drawing/2016/SVG/main">
        <p:nvPicPr>
          <p:cNvPr id="16" name="그래픽 15" descr="일일 일정표 윤곽선">
            <a:extLst>
              <a:ext uri="{FF2B5EF4-FFF2-40B4-BE49-F238E27FC236}">
                <ns2:creationId id="{25556E76-A01E-AD78-47D2-988D0377FC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4:svgBlip r:embed="rId4"/>
              </a:ext>
            </a:extLst>
          </a:blip>
          <a:stretch>
            <a:fillRect/>
          </a:stretch>
        </p:blipFill>
        <p:spPr>
          <a:xfrm>
            <a:off x="550506" y="1501793"/>
            <a:ext cx="643812" cy="643812"/>
          </a:xfrm>
          <a:prstGeom prst="rect">
            <a:avLst/>
          </a:prstGeom>
        </p:spPr>
      </p:pic>
      <p:sp xmlns:ns2="http://schemas.microsoft.com/office/drawing/2014/main">
        <p:nvSpPr>
          <p:cNvPr id="17" name="TextBox 16">
            <a:extLst>
              <a:ext uri="{FF2B5EF4-FFF2-40B4-BE49-F238E27FC236}">
                <ns2:creationId id="{3144FC26-BE21-0CA3-D693-AF387CECB1A7}"/>
              </a:ext>
            </a:extLst>
          </p:cNvPr>
          <p:cNvSpPr txBox="1"/>
          <p:nvPr/>
        </p:nvSpPr>
        <p:spPr>
          <a:xfrm>
            <a:off x="1850000" y="3163533"/>
            <a:ext cx="1623870" cy="182355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35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30000"/>
              </a:lnSpc>
            </a:pPr>
            <a:r>
              <a:rPr lang="en-US" altLang="ko-KR" sz="35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30000"/>
              </a:lnSpc>
            </a:pPr>
            <a:r>
              <a:rPr lang="en-US" altLang="ko-KR" sz="35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</p:txBody>
      </p:sp>
      <p:sp xmlns:ns2="http://schemas.microsoft.com/office/drawing/2014/main">
        <p:nvSpPr>
          <p:cNvPr id="18" name="TextBox 17">
            <a:extLst>
              <a:ext uri="{FF2B5EF4-FFF2-40B4-BE49-F238E27FC236}">
                <ns2:creationId id="{8B7DBC7C-C5D4-6E23-2CDE-49F8D5EF8FAC}"/>
              </a:ext>
            </a:extLst>
          </p:cNvPr>
          <p:cNvSpPr txBox="1"/>
          <p:nvPr/>
        </p:nvSpPr>
        <p:spPr>
          <a:xfrm>
            <a:off x="3550000" y="3163533"/>
            <a:ext cx="7600000" cy="182355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3500" dirty="0">
                <a:latin typeface="페이퍼로지 4 Regular" pitchFamily="2" charset="-127"/>
                <a:ea typeface="페이퍼로지 4 Regular" pitchFamily="2" charset="-127"/>
              </a:rPr>
              <a:t>6M4A  학생1  (학교)</a:t>
            </a:r>
          </a:p>
          <a:p>
            <a:pPr>
              <a:lnSpc>
                <a:spcPct val="130000"/>
              </a:lnSpc>
            </a:pPr>
            <a:r>
              <a:rPr lang="en-US" altLang="ko-KR" sz="3500" dirty="0">
                <a:latin typeface="페이퍼로지 4 Regular" pitchFamily="2" charset="-127"/>
                <a:ea typeface="페이퍼로지 4 Regular" pitchFamily="2" charset="-127"/>
              </a:rPr>
              <a:t>6M4A  학생2  (학교)</a:t>
            </a:r>
          </a:p>
          <a:p>
            <a:pPr>
              <a:lnSpc>
                <a:spcPct val="130000"/>
              </a:lnSpc>
            </a:pPr>
            <a:r>
              <a:rPr lang="en-US" altLang="ko-KR" sz="3500" dirty="0">
                <a:latin typeface="페이퍼로지 4 Regular" pitchFamily="2" charset="-127"/>
                <a:ea typeface="페이퍼로지 4 Regular" pitchFamily="2" charset="-127"/>
              </a:rPr>
              <a:t>6M4A  학생3  (학교)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xmlns:ns2="http://schemas.microsoft.com/office/drawing/2014/main">
        <p:nvSpPr>
          <p:cNvPr id="9" name="TextBox 8">
            <a:extLst>
              <a:ext uri="{FF2B5EF4-FFF2-40B4-BE49-F238E27FC236}">
                <ns2:creationId id="{0622E072-001B-E09E-518B-14C846584A91}"/>
              </a:ext>
            </a:extLst>
          </p:cNvPr>
          <p:cNvSpPr txBox="1"/>
          <p:nvPr/>
        </p:nvSpPr>
        <p:spPr>
          <a:xfrm>
            <a:off x="767468" y="2850000"/>
            <a:ext cx="1249960" cy="256650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30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30000"/>
              </a:lnSpc>
            </a:pPr>
            <a:r>
              <a:rPr lang="en-US" altLang="ko-KR" sz="30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30000"/>
              </a:lnSpc>
            </a:pPr>
            <a:r>
              <a:rPr lang="en-US" altLang="ko-KR" sz="30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30000"/>
              </a:lnSpc>
            </a:pPr>
            <a:r>
              <a:rPr lang="en-US" altLang="ko-KR" sz="30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30000"/>
              </a:lnSpc>
            </a:pPr>
            <a:r>
              <a:rPr lang="en-US" altLang="ko-KR" sz="3000" dirty="0">
                <a:latin typeface="페이퍼로지 5 Medium" pitchFamily="2" charset="-127"/>
                <a:ea typeface="페이퍼로지 5 Medium" pitchFamily="2" charset="-127"/>
              </a:rPr>
              <a:t/>
            </a:r>
          </a:p>
        </p:txBody>
      </p:sp>
      <p:sp xmlns:ns2="http://schemas.microsoft.com/office/drawing/2014/main">
        <p:nvSpPr>
          <p:cNvPr id="3" name="TextBox 2">
            <a:extLst>
              <a:ext uri="{FF2B5EF4-FFF2-40B4-BE49-F238E27FC236}">
                <ns2:creationId id="{587A218D-DBCE-44D6-2A87-37875CAA73EB}"/>
              </a:ext>
            </a:extLst>
          </p:cNvPr>
          <p:cNvSpPr txBox="1"/>
          <p:nvPr/>
        </p:nvSpPr>
        <p:spPr>
          <a:xfrm>
            <a:off x="1278292" y="2228984"/>
            <a:ext cx="84255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페이퍼로지 3 Light" pitchFamily="2" charset="-127"/>
                <a:ea typeface="페이퍼로지 3 Light" pitchFamily="2" charset="-127"/>
              </a:rPr>
              <a:t>시험 범위 : 6-2 4단원 비례식과 비례배분</a:t>
            </a:r>
          </a:p>
        </p:txBody>
      </p:sp>
      <p:pic xmlns:ns2="http://schemas.microsoft.com/office/drawing/2014/main" xmlns:ns4="http://schemas.microsoft.com/office/drawing/2016/SVG/main">
        <p:nvPicPr>
          <p:cNvPr id="12" name="그래픽 11" descr="펼쳐진 책 윤곽선">
            <a:extLst>
              <a:ext uri="{FF2B5EF4-FFF2-40B4-BE49-F238E27FC236}">
                <ns2:creationId id="{08B8B05E-D4A9-41AB-FCA8-028A1D879E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4:svgBlip r:embed="rId2"/>
              </a:ext>
            </a:extLst>
          </a:blip>
          <a:stretch>
            <a:fillRect/>
          </a:stretch>
        </p:blipFill>
        <p:spPr>
          <a:xfrm>
            <a:off x="541175" y="2140940"/>
            <a:ext cx="653143" cy="653143"/>
          </a:xfrm>
          <a:prstGeom prst="rect">
            <a:avLst/>
          </a:prstGeom>
        </p:spPr>
      </p:pic>
      <p:pic xmlns:ns2="http://schemas.microsoft.com/office/drawing/2014/main" xmlns:ns4="http://schemas.microsoft.com/office/drawing/2016/SVG/main">
        <p:nvPicPr>
          <p:cNvPr id="16" name="그래픽 15" descr="일일 일정표 윤곽선">
            <a:extLst>
              <a:ext uri="{FF2B5EF4-FFF2-40B4-BE49-F238E27FC236}">
                <ns2:creationId id="{0AC019B4-F7D3-4407-E3C7-C7B46AA947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4:svgBlip r:embed="rId4"/>
              </a:ext>
            </a:extLst>
          </a:blip>
          <a:stretch>
            <a:fillRect/>
          </a:stretch>
        </p:blipFill>
        <p:spPr>
          <a:xfrm>
            <a:off x="550506" y="1501793"/>
            <a:ext cx="643812" cy="643812"/>
          </a:xfrm>
          <a:prstGeom prst="rect">
            <a:avLst/>
          </a:prstGeom>
        </p:spPr>
      </p:pic>
      <p:sp xmlns:ns2="http://schemas.microsoft.com/office/drawing/2014/main">
        <p:nvSpPr>
          <p:cNvPr id="17" name="TextBox 16">
            <a:extLst>
              <a:ext uri="{FF2B5EF4-FFF2-40B4-BE49-F238E27FC236}">
                <ns2:creationId id="{C2B61000-5667-026D-9B4E-4F0FDBF09782}"/>
              </a:ext>
            </a:extLst>
          </p:cNvPr>
          <p:cNvSpPr txBox="1"/>
          <p:nvPr/>
        </p:nvSpPr>
        <p:spPr>
          <a:xfrm>
            <a:off x="1600000" y="2850000"/>
            <a:ext cx="1750000" cy="256650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30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30000"/>
              </a:lnSpc>
            </a:pPr>
            <a:r>
              <a:rPr lang="en-US" altLang="ko-KR" sz="30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30000"/>
              </a:lnSpc>
            </a:pPr>
            <a:r>
              <a:rPr lang="en-US" altLang="ko-KR" sz="30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30000"/>
              </a:lnSpc>
            </a:pPr>
            <a:r>
              <a:rPr lang="en-US" altLang="ko-KR" sz="30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30000"/>
              </a:lnSpc>
            </a:pPr>
            <a:r>
              <a:rPr lang="en-US" altLang="ko-KR" sz="3000" spc="-150" dirty="0">
                <a:latin typeface="페이퍼로지 3 Light" pitchFamily="2" charset="-127"/>
                <a:ea typeface="페이퍼로지 3 Light" pitchFamily="2" charset="-127"/>
              </a:rPr>
              <a:t/>
            </a:r>
          </a:p>
        </p:txBody>
      </p:sp>
      <p:sp xmlns:ns2="http://schemas.microsoft.com/office/drawing/2014/main">
        <p:nvSpPr>
          <p:cNvPr id="18" name="TextBox 17">
            <a:extLst>
              <a:ext uri="{FF2B5EF4-FFF2-40B4-BE49-F238E27FC236}">
                <ns2:creationId id="{D1519E89-030C-C077-F2E2-BDAC2ECB0A21}"/>
              </a:ext>
            </a:extLst>
          </p:cNvPr>
          <p:cNvSpPr txBox="1"/>
          <p:nvPr/>
        </p:nvSpPr>
        <p:spPr>
          <a:xfrm>
            <a:off x="3600000" y="2850000"/>
            <a:ext cx="6300000" cy="256650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3000" dirty="0">
                <a:latin typeface="페이퍼로지 4 Regular" pitchFamily="2" charset="-127"/>
                <a:ea typeface="페이퍼로지 4 Regular" pitchFamily="2" charset="-127"/>
              </a:rPr>
              <a:t>6M4A  학생1  (학교)</a:t>
            </a:r>
          </a:p>
          <a:p>
            <a:pPr>
              <a:lnSpc>
                <a:spcPct val="130000"/>
              </a:lnSpc>
            </a:pPr>
            <a:r>
              <a:rPr lang="en-US" altLang="ko-KR" sz="3000" dirty="0">
                <a:latin typeface="페이퍼로지 4 Regular" pitchFamily="2" charset="-127"/>
                <a:ea typeface="페이퍼로지 4 Regular" pitchFamily="2" charset="-127"/>
              </a:rPr>
              <a:t>6M4A  학생2  (학교)</a:t>
            </a:r>
          </a:p>
          <a:p>
            <a:pPr>
              <a:lnSpc>
                <a:spcPct val="130000"/>
              </a:lnSpc>
            </a:pPr>
            <a:r>
              <a:rPr lang="en-US" altLang="ko-KR" sz="3000" dirty="0">
                <a:latin typeface="페이퍼로지 4 Regular" pitchFamily="2" charset="-127"/>
                <a:ea typeface="페이퍼로지 4 Regular" pitchFamily="2" charset="-127"/>
              </a:rPr>
              <a:t>6M4A  학생3  (학교)</a:t>
            </a:r>
          </a:p>
          <a:p>
            <a:pPr>
              <a:lnSpc>
                <a:spcPct val="130000"/>
              </a:lnSpc>
            </a:pPr>
            <a:r>
              <a:rPr lang="en-US" altLang="ko-KR" sz="3000" dirty="0">
                <a:latin typeface="페이퍼로지 4 Regular" pitchFamily="2" charset="-127"/>
                <a:ea typeface="페이퍼로지 4 Regular" pitchFamily="2" charset="-127"/>
              </a:rPr>
              <a:t>6M4A  학생4  (학교)</a:t>
            </a:r>
          </a:p>
          <a:p>
            <a:pPr>
              <a:lnSpc>
                <a:spcPct val="130000"/>
              </a:lnSpc>
            </a:pPr>
            <a:r>
              <a:rPr lang="en-US" altLang="ko-KR" sz="3000" dirty="0">
                <a:latin typeface="페이퍼로지 4 Regular" pitchFamily="2" charset="-127"/>
                <a:ea typeface="페이퍼로지 4 Regular" pitchFamily="2" charset="-127"/>
              </a:rPr>
              <a:t/>
            </a:r>
          </a:p>
        </p:txBody>
      </p:sp>
      <p:sp xmlns:ns2="http://schemas.microsoft.com/office/drawing/2014/main">
        <p:nvSpPr>
          <p:cNvPr id="2" name="TextBox 1">
            <a:extLst>
              <a:ext uri="{FF2B5EF4-FFF2-40B4-BE49-F238E27FC236}">
                <ns2:creationId id="{2FB56B21-789A-31F6-C978-52F03C20065B}"/>
              </a:ext>
            </a:extLst>
          </p:cNvPr>
          <p:cNvSpPr txBox="1"/>
          <p:nvPr/>
        </p:nvSpPr>
        <p:spPr>
          <a:xfrm>
            <a:off x="1278292" y="1585172"/>
            <a:ext cx="84255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페이퍼로지 3 Light" pitchFamily="2" charset="-127"/>
                <a:ea typeface="페이퍼로지 3 Light" pitchFamily="2" charset="-127"/>
              </a:rPr>
              <a:t>시험 일정 : 2026년 7월 15일(수) ~ 7월 16일(목)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xmlns:ns2="http://schemas.microsoft.com/office/drawing/2014/main">
        <p:nvSpPr>
          <p:cNvPr id="9" name="TextBox 8">
            <a:extLst>
              <a:ext uri="{FF2B5EF4-FFF2-40B4-BE49-F238E27FC236}">
                <ns2:creationId id="{0622E072-001B-E09E-518B-14C846584A91}"/>
              </a:ext>
            </a:extLst>
          </p:cNvPr>
          <p:cNvSpPr txBox="1"/>
          <p:nvPr/>
        </p:nvSpPr>
        <p:spPr>
          <a:xfrm>
            <a:off x="767468" y="2850000"/>
            <a:ext cx="1249960" cy="256650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30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30000"/>
              </a:lnSpc>
            </a:pPr>
            <a:r>
              <a:rPr lang="en-US" altLang="ko-KR" sz="30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30000"/>
              </a:lnSpc>
            </a:pPr>
            <a:r>
              <a:rPr lang="en-US" altLang="ko-KR" sz="30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30000"/>
              </a:lnSpc>
            </a:pPr>
            <a:r>
              <a:rPr lang="en-US" altLang="ko-KR" sz="30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30000"/>
              </a:lnSpc>
            </a:pPr>
            <a:r>
              <a:rPr lang="en-US" altLang="ko-KR" sz="30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</p:txBody>
      </p:sp>
      <p:sp xmlns:ns2="http://schemas.microsoft.com/office/drawing/2014/main">
        <p:nvSpPr>
          <p:cNvPr id="3" name="TextBox 2">
            <a:extLst>
              <a:ext uri="{FF2B5EF4-FFF2-40B4-BE49-F238E27FC236}">
                <ns2:creationId id="{587A218D-DBCE-44D6-2A87-37875CAA73EB}"/>
              </a:ext>
            </a:extLst>
          </p:cNvPr>
          <p:cNvSpPr txBox="1"/>
          <p:nvPr/>
        </p:nvSpPr>
        <p:spPr>
          <a:xfrm>
            <a:off x="1278292" y="2228984"/>
            <a:ext cx="84255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페이퍼로지 3 Light" pitchFamily="2" charset="-127"/>
                <a:ea typeface="페이퍼로지 3 Light" pitchFamily="2" charset="-127"/>
              </a:rPr>
              <a:t>시험 범위 : 6-2 4단원 비례식과 비례배분</a:t>
            </a:r>
          </a:p>
        </p:txBody>
      </p:sp>
      <p:pic xmlns:ns2="http://schemas.microsoft.com/office/drawing/2014/main" xmlns:ns4="http://schemas.microsoft.com/office/drawing/2016/SVG/main">
        <p:nvPicPr>
          <p:cNvPr id="12" name="그래픽 11" descr="펼쳐진 책 윤곽선">
            <a:extLst>
              <a:ext uri="{FF2B5EF4-FFF2-40B4-BE49-F238E27FC236}">
                <ns2:creationId id="{08B8B05E-D4A9-41AB-FCA8-028A1D879E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4:svgBlip r:embed="rId2"/>
              </a:ext>
            </a:extLst>
          </a:blip>
          <a:stretch>
            <a:fillRect/>
          </a:stretch>
        </p:blipFill>
        <p:spPr>
          <a:xfrm>
            <a:off x="541175" y="2140940"/>
            <a:ext cx="653143" cy="653143"/>
          </a:xfrm>
          <a:prstGeom prst="rect">
            <a:avLst/>
          </a:prstGeom>
        </p:spPr>
      </p:pic>
      <p:pic xmlns:ns2="http://schemas.microsoft.com/office/drawing/2014/main" xmlns:ns4="http://schemas.microsoft.com/office/drawing/2016/SVG/main">
        <p:nvPicPr>
          <p:cNvPr id="16" name="그래픽 15" descr="일일 일정표 윤곽선">
            <a:extLst>
              <a:ext uri="{FF2B5EF4-FFF2-40B4-BE49-F238E27FC236}">
                <ns2:creationId id="{0AC019B4-F7D3-4407-E3C7-C7B46AA947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4:svgBlip r:embed="rId4"/>
              </a:ext>
            </a:extLst>
          </a:blip>
          <a:stretch>
            <a:fillRect/>
          </a:stretch>
        </p:blipFill>
        <p:spPr>
          <a:xfrm>
            <a:off x="550506" y="1501793"/>
            <a:ext cx="643812" cy="643812"/>
          </a:xfrm>
          <a:prstGeom prst="rect">
            <a:avLst/>
          </a:prstGeom>
        </p:spPr>
      </p:pic>
      <p:sp xmlns:ns2="http://schemas.microsoft.com/office/drawing/2014/main">
        <p:nvSpPr>
          <p:cNvPr id="17" name="TextBox 16">
            <a:extLst>
              <a:ext uri="{FF2B5EF4-FFF2-40B4-BE49-F238E27FC236}">
                <ns2:creationId id="{C2B61000-5667-026D-9B4E-4F0FDBF09782}"/>
              </a:ext>
            </a:extLst>
          </p:cNvPr>
          <p:cNvSpPr txBox="1"/>
          <p:nvPr/>
        </p:nvSpPr>
        <p:spPr>
          <a:xfrm>
            <a:off x="1600000" y="2850000"/>
            <a:ext cx="1750000" cy="256650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30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30000"/>
              </a:lnSpc>
            </a:pPr>
            <a:r>
              <a:rPr lang="en-US" altLang="ko-KR" sz="30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30000"/>
              </a:lnSpc>
            </a:pPr>
            <a:r>
              <a:rPr lang="en-US" altLang="ko-KR" sz="30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30000"/>
              </a:lnSpc>
            </a:pPr>
            <a:r>
              <a:rPr lang="en-US" altLang="ko-KR" sz="30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30000"/>
              </a:lnSpc>
            </a:pPr>
            <a:r>
              <a:rPr lang="en-US" altLang="ko-KR" sz="30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</p:txBody>
      </p:sp>
      <p:sp xmlns:ns2="http://schemas.microsoft.com/office/drawing/2014/main">
        <p:nvSpPr>
          <p:cNvPr id="18" name="TextBox 17">
            <a:extLst>
              <a:ext uri="{FF2B5EF4-FFF2-40B4-BE49-F238E27FC236}">
                <ns2:creationId id="{D1519E89-030C-C077-F2E2-BDAC2ECB0A21}"/>
              </a:ext>
            </a:extLst>
          </p:cNvPr>
          <p:cNvSpPr txBox="1"/>
          <p:nvPr/>
        </p:nvSpPr>
        <p:spPr>
          <a:xfrm>
            <a:off x="3600000" y="2850000"/>
            <a:ext cx="6300000" cy="256650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3000" dirty="0">
                <a:latin typeface="페이퍼로지 4 Regular" pitchFamily="2" charset="-127"/>
                <a:ea typeface="페이퍼로지 4 Regular" pitchFamily="2" charset="-127"/>
              </a:rPr>
              <a:t>6M4A  학생1  (학교)</a:t>
            </a:r>
          </a:p>
          <a:p>
            <a:pPr>
              <a:lnSpc>
                <a:spcPct val="130000"/>
              </a:lnSpc>
            </a:pPr>
            <a:r>
              <a:rPr lang="en-US" altLang="ko-KR" sz="3000" dirty="0">
                <a:latin typeface="페이퍼로지 4 Regular" pitchFamily="2" charset="-127"/>
                <a:ea typeface="페이퍼로지 4 Regular" pitchFamily="2" charset="-127"/>
              </a:rPr>
              <a:t>6M4A  학생2  (학교)</a:t>
            </a:r>
          </a:p>
          <a:p>
            <a:pPr>
              <a:lnSpc>
                <a:spcPct val="130000"/>
              </a:lnSpc>
            </a:pPr>
            <a:r>
              <a:rPr lang="en-US" altLang="ko-KR" sz="3000" dirty="0">
                <a:latin typeface="페이퍼로지 4 Regular" pitchFamily="2" charset="-127"/>
                <a:ea typeface="페이퍼로지 4 Regular" pitchFamily="2" charset="-127"/>
              </a:rPr>
              <a:t>6M4A  학생3  (학교)</a:t>
            </a:r>
          </a:p>
          <a:p>
            <a:pPr>
              <a:lnSpc>
                <a:spcPct val="130000"/>
              </a:lnSpc>
            </a:pPr>
            <a:r>
              <a:rPr lang="en-US" altLang="ko-KR" sz="3000" dirty="0">
                <a:latin typeface="페이퍼로지 4 Regular" pitchFamily="2" charset="-127"/>
                <a:ea typeface="페이퍼로지 4 Regular" pitchFamily="2" charset="-127"/>
              </a:rPr>
              <a:t>6M4A  학생4  (학교)</a:t>
            </a:r>
          </a:p>
          <a:p>
            <a:pPr>
              <a:lnSpc>
                <a:spcPct val="130000"/>
              </a:lnSpc>
            </a:pPr>
            <a:r>
              <a:rPr lang="en-US" altLang="ko-KR" sz="3000" dirty="0">
                <a:latin typeface="페이퍼로지 4 Regular" pitchFamily="2" charset="-127"/>
                <a:ea typeface="페이퍼로지 4 Regular" pitchFamily="2" charset="-127"/>
              </a:rPr>
              <a:t>6M4A  학생5  (학교)</a:t>
            </a:r>
          </a:p>
        </p:txBody>
      </p:sp>
      <p:sp xmlns:ns2="http://schemas.microsoft.com/office/drawing/2014/main">
        <p:nvSpPr>
          <p:cNvPr id="2" name="TextBox 1">
            <a:extLst>
              <a:ext uri="{FF2B5EF4-FFF2-40B4-BE49-F238E27FC236}">
                <ns2:creationId id="{2FB56B21-789A-31F6-C978-52F03C20065B}"/>
              </a:ext>
            </a:extLst>
          </p:cNvPr>
          <p:cNvSpPr txBox="1"/>
          <p:nvPr/>
        </p:nvSpPr>
        <p:spPr>
          <a:xfrm>
            <a:off x="1278292" y="1585172"/>
            <a:ext cx="84255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페이퍼로지 3 Light" pitchFamily="2" charset="-127"/>
                <a:ea typeface="페이퍼로지 3 Light" pitchFamily="2" charset="-127"/>
              </a:rPr>
              <a:t>시험 일정 : 2026년 7월 15일(수) ~ 7월 16일(목)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xmlns:ns2="http://schemas.microsoft.com/office/drawing/2014/main">
        <p:nvSpPr>
          <p:cNvPr id="9" name="TextBox 8">
            <a:extLst>
              <a:ext uri="{FF2B5EF4-FFF2-40B4-BE49-F238E27FC236}">
                <ns2:creationId id="{984C8412-815A-3A8E-E082-7BF572E08FBA}"/>
              </a:ext>
            </a:extLst>
          </p:cNvPr>
          <p:cNvSpPr txBox="1"/>
          <p:nvPr/>
        </p:nvSpPr>
        <p:spPr>
          <a:xfrm>
            <a:off x="815055" y="2826038"/>
            <a:ext cx="1249960" cy="265032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20000"/>
              </a:lnSpc>
            </a:pP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20000"/>
              </a:lnSpc>
            </a:pP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20000"/>
              </a:lnSpc>
            </a:pP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20000"/>
              </a:lnSpc>
            </a:pP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20000"/>
              </a:lnSpc>
            </a:pP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20000"/>
              </a:lnSpc>
            </a:pP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/>
            </a:r>
          </a:p>
        </p:txBody>
      </p:sp>
      <p:sp xmlns:ns2="http://schemas.microsoft.com/office/drawing/2014/main">
        <p:nvSpPr>
          <p:cNvPr id="3" name="TextBox 2">
            <a:extLst>
              <a:ext uri="{FF2B5EF4-FFF2-40B4-BE49-F238E27FC236}">
                <ns2:creationId id="{B8268A56-A61E-40DF-0EE8-94D10913D228}"/>
              </a:ext>
            </a:extLst>
          </p:cNvPr>
          <p:cNvSpPr txBox="1"/>
          <p:nvPr/>
        </p:nvSpPr>
        <p:spPr>
          <a:xfrm>
            <a:off x="1278292" y="2228984"/>
            <a:ext cx="84255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페이퍼로지 3 Light" pitchFamily="2" charset="-127"/>
                <a:ea typeface="페이퍼로지 3 Light" pitchFamily="2" charset="-127"/>
              </a:rPr>
              <a:t>시험 범위 : 6-2 4단원 비례식과 비례배분</a:t>
            </a:r>
          </a:p>
        </p:txBody>
      </p:sp>
      <p:pic xmlns:ns2="http://schemas.microsoft.com/office/drawing/2014/main" xmlns:ns4="http://schemas.microsoft.com/office/drawing/2016/SVG/main">
        <p:nvPicPr>
          <p:cNvPr id="12" name="그래픽 11" descr="펼쳐진 책 윤곽선">
            <a:extLst>
              <a:ext uri="{FF2B5EF4-FFF2-40B4-BE49-F238E27FC236}">
                <ns2:creationId id="{F780331A-912B-082A-D8B2-76EF0E1C7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4:svgBlip r:embed="rId2"/>
              </a:ext>
            </a:extLst>
          </a:blip>
          <a:stretch>
            <a:fillRect/>
          </a:stretch>
        </p:blipFill>
        <p:spPr>
          <a:xfrm>
            <a:off x="541175" y="2140940"/>
            <a:ext cx="653143" cy="653143"/>
          </a:xfrm>
          <a:prstGeom prst="rect">
            <a:avLst/>
          </a:prstGeom>
        </p:spPr>
      </p:pic>
      <p:sp xmlns:ns2="http://schemas.microsoft.com/office/drawing/2014/main">
        <p:nvSpPr>
          <p:cNvPr id="13" name="TextBox 12">
            <a:extLst>
              <a:ext uri="{FF2B5EF4-FFF2-40B4-BE49-F238E27FC236}">
                <ns2:creationId id="{88E593E1-F3B8-D216-C96F-43CC8C4EB2B1}"/>
              </a:ext>
            </a:extLst>
          </p:cNvPr>
          <p:cNvSpPr txBox="1"/>
          <p:nvPr/>
        </p:nvSpPr>
        <p:spPr>
          <a:xfrm>
            <a:off x="1278292" y="1585172"/>
            <a:ext cx="84255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페이퍼로지 3 Light" pitchFamily="2" charset="-127"/>
                <a:ea typeface="페이퍼로지 3 Light" pitchFamily="2" charset="-127"/>
              </a:rPr>
              <a:t>시험 일정 : 2026년 7월 15일(수) ~ 7월 16일(목)</a:t>
            </a:r>
          </a:p>
        </p:txBody>
      </p:sp>
      <p:pic xmlns:ns2="http://schemas.microsoft.com/office/drawing/2014/main" xmlns:ns4="http://schemas.microsoft.com/office/drawing/2016/SVG/main">
        <p:nvPicPr>
          <p:cNvPr id="16" name="그래픽 15" descr="일일 일정표 윤곽선">
            <a:extLst>
              <a:ext uri="{FF2B5EF4-FFF2-40B4-BE49-F238E27FC236}">
                <ns2:creationId id="{25556E76-A01E-AD78-47D2-988D0377FC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4:svgBlip r:embed="rId4"/>
              </a:ext>
            </a:extLst>
          </a:blip>
          <a:stretch>
            <a:fillRect/>
          </a:stretch>
        </p:blipFill>
        <p:spPr>
          <a:xfrm>
            <a:off x="550506" y="1501793"/>
            <a:ext cx="643812" cy="643812"/>
          </a:xfrm>
          <a:prstGeom prst="rect">
            <a:avLst/>
          </a:prstGeom>
        </p:spPr>
      </p:pic>
      <p:sp xmlns:ns2="http://schemas.microsoft.com/office/drawing/2014/main">
        <p:nvSpPr>
          <p:cNvPr id="17" name="TextBox 16">
            <a:extLst>
              <a:ext uri="{FF2B5EF4-FFF2-40B4-BE49-F238E27FC236}">
                <ns2:creationId id="{3144FC26-BE21-0CA3-D693-AF387CECB1A7}"/>
              </a:ext>
            </a:extLst>
          </p:cNvPr>
          <p:cNvSpPr txBox="1"/>
          <p:nvPr/>
        </p:nvSpPr>
        <p:spPr>
          <a:xfrm>
            <a:off x="1600000" y="2826038"/>
            <a:ext cx="1750000" cy="265032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altLang="ko-KR" sz="24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20000"/>
              </a:lnSpc>
            </a:pPr>
            <a:r>
              <a:rPr lang="en-US" altLang="ko-KR" sz="24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20000"/>
              </a:lnSpc>
            </a:pPr>
            <a:r>
              <a:rPr lang="en-US" altLang="ko-KR" sz="24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20000"/>
              </a:lnSpc>
            </a:pPr>
            <a:r>
              <a:rPr lang="en-US" altLang="ko-KR" sz="24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20000"/>
              </a:lnSpc>
            </a:pPr>
            <a:r>
              <a:rPr lang="en-US" altLang="ko-KR" sz="24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20000"/>
              </a:lnSpc>
            </a:pPr>
            <a:r>
              <a:rPr lang="en-US" altLang="ko-KR" sz="24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20000"/>
              </a:lnSpc>
            </a:pPr>
            <a:r>
              <a:rPr lang="en-US" altLang="ko-KR" sz="2400" spc="-150" dirty="0">
                <a:latin typeface="페이퍼로지 3 Light" pitchFamily="2" charset="-127"/>
                <a:ea typeface="페이퍼로지 3 Light" pitchFamily="2" charset="-127"/>
              </a:rPr>
              <a:t/>
            </a:r>
          </a:p>
        </p:txBody>
      </p:sp>
      <p:sp xmlns:ns2="http://schemas.microsoft.com/office/drawing/2014/main">
        <p:nvSpPr>
          <p:cNvPr id="18" name="TextBox 17">
            <a:extLst>
              <a:ext uri="{FF2B5EF4-FFF2-40B4-BE49-F238E27FC236}">
                <ns2:creationId id="{8B7DBC7C-C5D4-6E23-2CDE-49F8D5EF8FAC}"/>
              </a:ext>
            </a:extLst>
          </p:cNvPr>
          <p:cNvSpPr txBox="1"/>
          <p:nvPr/>
        </p:nvSpPr>
        <p:spPr>
          <a:xfrm>
            <a:off x="3600000" y="2826038"/>
            <a:ext cx="6300000" cy="265032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6M4A  학생1  (학교)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6M4A  학생2  (학교)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6M4A  학생3  (학교)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6M4A  학생4  (학교)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6M4A  학생5  (학교)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6M4A  학생6  (학교)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/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xmlns:ns2="http://schemas.microsoft.com/office/drawing/2014/main">
        <p:nvSpPr>
          <p:cNvPr id="9" name="TextBox 8">
            <a:extLst>
              <a:ext uri="{FF2B5EF4-FFF2-40B4-BE49-F238E27FC236}">
                <ns2:creationId id="{984C8412-815A-3A8E-E082-7BF572E08FBA}"/>
              </a:ext>
            </a:extLst>
          </p:cNvPr>
          <p:cNvSpPr txBox="1"/>
          <p:nvPr/>
        </p:nvSpPr>
        <p:spPr>
          <a:xfrm>
            <a:off x="815055" y="2826038"/>
            <a:ext cx="1249960" cy="265032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20000"/>
              </a:lnSpc>
            </a:pP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20000"/>
              </a:lnSpc>
            </a:pP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20000"/>
              </a:lnSpc>
            </a:pP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20000"/>
              </a:lnSpc>
            </a:pP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20000"/>
              </a:lnSpc>
            </a:pP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  <a:p>
            <a:pPr algn="r">
              <a:lnSpc>
                <a:spcPct val="120000"/>
              </a:lnSpc>
            </a:pP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1등</a:t>
            </a:r>
          </a:p>
        </p:txBody>
      </p:sp>
      <p:sp xmlns:ns2="http://schemas.microsoft.com/office/drawing/2014/main">
        <p:nvSpPr>
          <p:cNvPr id="3" name="TextBox 2">
            <a:extLst>
              <a:ext uri="{FF2B5EF4-FFF2-40B4-BE49-F238E27FC236}">
                <ns2:creationId id="{B8268A56-A61E-40DF-0EE8-94D10913D228}"/>
              </a:ext>
            </a:extLst>
          </p:cNvPr>
          <p:cNvSpPr txBox="1"/>
          <p:nvPr/>
        </p:nvSpPr>
        <p:spPr>
          <a:xfrm>
            <a:off x="1278292" y="2228984"/>
            <a:ext cx="84255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페이퍼로지 3 Light" pitchFamily="2" charset="-127"/>
                <a:ea typeface="페이퍼로지 3 Light" pitchFamily="2" charset="-127"/>
              </a:rPr>
              <a:t>시험 범위 : 6-2 4단원 비례식과 비례배분</a:t>
            </a:r>
          </a:p>
        </p:txBody>
      </p:sp>
      <p:pic xmlns:ns2="http://schemas.microsoft.com/office/drawing/2014/main" xmlns:ns4="http://schemas.microsoft.com/office/drawing/2016/SVG/main">
        <p:nvPicPr>
          <p:cNvPr id="12" name="그래픽 11" descr="펼쳐진 책 윤곽선">
            <a:extLst>
              <a:ext uri="{FF2B5EF4-FFF2-40B4-BE49-F238E27FC236}">
                <ns2:creationId id="{F780331A-912B-082A-D8B2-76EF0E1C7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4:svgBlip r:embed="rId2"/>
              </a:ext>
            </a:extLst>
          </a:blip>
          <a:stretch>
            <a:fillRect/>
          </a:stretch>
        </p:blipFill>
        <p:spPr>
          <a:xfrm>
            <a:off x="541175" y="2140940"/>
            <a:ext cx="653143" cy="653143"/>
          </a:xfrm>
          <a:prstGeom prst="rect">
            <a:avLst/>
          </a:prstGeom>
        </p:spPr>
      </p:pic>
      <p:sp xmlns:ns2="http://schemas.microsoft.com/office/drawing/2014/main">
        <p:nvSpPr>
          <p:cNvPr id="13" name="TextBox 12">
            <a:extLst>
              <a:ext uri="{FF2B5EF4-FFF2-40B4-BE49-F238E27FC236}">
                <ns2:creationId id="{88E593E1-F3B8-D216-C96F-43CC8C4EB2B1}"/>
              </a:ext>
            </a:extLst>
          </p:cNvPr>
          <p:cNvSpPr txBox="1"/>
          <p:nvPr/>
        </p:nvSpPr>
        <p:spPr>
          <a:xfrm>
            <a:off x="1278292" y="1585172"/>
            <a:ext cx="842554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페이퍼로지 3 Light" pitchFamily="2" charset="-127"/>
                <a:ea typeface="페이퍼로지 3 Light" pitchFamily="2" charset="-127"/>
              </a:rPr>
              <a:t>시험 일정 : 2026년 7월 15일(수) ~ 7월 16일(목)</a:t>
            </a:r>
          </a:p>
        </p:txBody>
      </p:sp>
      <p:pic xmlns:ns2="http://schemas.microsoft.com/office/drawing/2014/main" xmlns:ns4="http://schemas.microsoft.com/office/drawing/2016/SVG/main">
        <p:nvPicPr>
          <p:cNvPr id="16" name="그래픽 15" descr="일일 일정표 윤곽선">
            <a:extLst>
              <a:ext uri="{FF2B5EF4-FFF2-40B4-BE49-F238E27FC236}">
                <ns2:creationId id="{25556E76-A01E-AD78-47D2-988D0377FC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ns4:svgBlip r:embed="rId4"/>
              </a:ext>
            </a:extLst>
          </a:blip>
          <a:stretch>
            <a:fillRect/>
          </a:stretch>
        </p:blipFill>
        <p:spPr>
          <a:xfrm>
            <a:off x="550506" y="1501793"/>
            <a:ext cx="643812" cy="643812"/>
          </a:xfrm>
          <a:prstGeom prst="rect">
            <a:avLst/>
          </a:prstGeom>
        </p:spPr>
      </p:pic>
      <p:sp xmlns:ns2="http://schemas.microsoft.com/office/drawing/2014/main">
        <p:nvSpPr>
          <p:cNvPr id="17" name="TextBox 16">
            <a:extLst>
              <a:ext uri="{FF2B5EF4-FFF2-40B4-BE49-F238E27FC236}">
                <ns2:creationId id="{3144FC26-BE21-0CA3-D693-AF387CECB1A7}"/>
              </a:ext>
            </a:extLst>
          </p:cNvPr>
          <p:cNvSpPr txBox="1"/>
          <p:nvPr/>
        </p:nvSpPr>
        <p:spPr>
          <a:xfrm>
            <a:off x="1600000" y="2826038"/>
            <a:ext cx="1750000" cy="265032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altLang="ko-KR" sz="24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20000"/>
              </a:lnSpc>
            </a:pPr>
            <a:r>
              <a:rPr lang="en-US" altLang="ko-KR" sz="24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20000"/>
              </a:lnSpc>
            </a:pPr>
            <a:r>
              <a:rPr lang="en-US" altLang="ko-KR" sz="24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20000"/>
              </a:lnSpc>
            </a:pPr>
            <a:r>
              <a:rPr lang="en-US" altLang="ko-KR" sz="24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20000"/>
              </a:lnSpc>
            </a:pPr>
            <a:r>
              <a:rPr lang="en-US" altLang="ko-KR" sz="24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20000"/>
              </a:lnSpc>
            </a:pPr>
            <a:r>
              <a:rPr lang="en-US" altLang="ko-KR" sz="24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  <a:p>
            <a:pPr algn="r">
              <a:lnSpc>
                <a:spcPct val="120000"/>
              </a:lnSpc>
            </a:pPr>
            <a:r>
              <a:rPr lang="en-US" altLang="ko-KR" sz="2400" spc="-150" dirty="0">
                <a:latin typeface="페이퍼로지 3 Light" pitchFamily="2" charset="-127"/>
                <a:ea typeface="페이퍼로지 3 Light" pitchFamily="2" charset="-127"/>
              </a:rPr>
              <a:t>100점</a:t>
            </a:r>
          </a:p>
        </p:txBody>
      </p:sp>
      <p:sp xmlns:ns2="http://schemas.microsoft.com/office/drawing/2014/main">
        <p:nvSpPr>
          <p:cNvPr id="18" name="TextBox 17">
            <a:extLst>
              <a:ext uri="{FF2B5EF4-FFF2-40B4-BE49-F238E27FC236}">
                <ns2:creationId id="{8B7DBC7C-C5D4-6E23-2CDE-49F8D5EF8FAC}"/>
              </a:ext>
            </a:extLst>
          </p:cNvPr>
          <p:cNvSpPr txBox="1"/>
          <p:nvPr/>
        </p:nvSpPr>
        <p:spPr>
          <a:xfrm>
            <a:off x="3600000" y="2826038"/>
            <a:ext cx="6300000" cy="2650320"/>
          </a:xfrm>
          <a:prstGeom prst="rect">
            <a:avLst/>
          </a:prstGeom>
          <a:noFill/>
        </p:spPr>
        <p:txBody>
          <a:bodyPr wrap="square" rtlCol="0" anchor="t" vertOverflow="overflow" horzOverflow="overflow" tIns="0" bIns="0" lIns="0" r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6M4A  학생1  (학교)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6M4A  학생2  (학교)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6M4A  학생3  (학교)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6M4A  학생4  (학교)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6M4A  학생5  (학교)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6M4A  학생6  (학교)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페이퍼로지 4 Regular" pitchFamily="2" charset="-127"/>
                <a:ea typeface="페이퍼로지 4 Regular" pitchFamily="2" charset="-127"/>
              </a:rPr>
              <a:t>6M4A  학생7  (학교)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emplate>Office Theme</ns0:Template>
  <ns0:TotalTime>471</ns0:TotalTime>
  <ns0:Words>1000</ns0:Words>
  <ns0:Application>Microsoft Office PowerPoint</ns0:Application>
  <ns0:PresentationFormat>A4 용지(210x297mm)</ns0:PresentationFormat>
  <ns0:Paragraphs>210</ns0:Paragraphs>
  <ns0:Slides>20</ns0:Slides>
  <ns0:Notes>0</ns0:Notes>
  <ns0:HiddenSlides>0</ns0:HiddenSlides>
  <ns0:MMClips>0</ns0:MMClips>
  <ns0:ScaleCrop>false</ns0:ScaleCrop>
  <ns0:HeadingPairs>
    <ns1:vector size="6" baseType="variant">
      <ns1:variant>
        <ns1:lpstr>사용한 글꼴</ns1:lpstr>
      </ns1:variant>
      <ns1:variant>
        <ns1:i4>4</ns1:i4>
      </ns1:variant>
      <ns1:variant>
        <ns1:lpstr>테마</ns1:lpstr>
      </ns1:variant>
      <ns1:variant>
        <ns1:i4>1</ns1:i4>
      </ns1:variant>
      <ns1:variant>
        <ns1:lpstr>슬라이드 제목</ns1:lpstr>
      </ns1:variant>
      <ns1:variant>
        <ns1:i4>18</ns1:i4>
      </ns1:variant>
    </ns1:vector>
  </ns0:HeadingPairs>
  <ns0:TitlesOfParts>
    <ns1:vector size="23" baseType="lpstr">
      <ns1:lpstr>페이퍼로지 3 Light</ns1:lpstr>
      <ns1:lpstr>페이퍼로지 4 Regular</ns1:lpstr>
      <ns1:lpstr>페이퍼로지 5 Medium</ns1:lpstr>
      <ns1:lpstr>Arial</ns1:lpstr>
      <ns1:lpstr>Office 테마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/>
  <cp:revision>52</cp:revision>
  <cp:lastPrinted>2026-03-17T10:48:29Z</cp:lastPrinted>
  <dcterms:created xsi:type="dcterms:W3CDTF">2022-12-16T06:26:07Z</dcterms:created>
  <dcterms:modified xsi:type="dcterms:W3CDTF">2026-06-23T13:35:58Z</dcterms:modified>
</cp:coreProperties>
</file>